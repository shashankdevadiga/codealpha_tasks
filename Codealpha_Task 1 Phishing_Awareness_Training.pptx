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1A3560">
              <a:alpha val="30000"/>
            </a:srgbClr>
          </a:solidFill>
          <a:ln w="12700">
            <a:solidFill>
              <a:srgbClr val="1A356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4572000" cy="4572000"/>
          </a:xfrm>
          <a:prstGeom prst="ellipse">
            <a:avLst/>
          </a:prstGeom>
          <a:solidFill>
            <a:srgbClr val="1D7EBB">
              <a:alpha val="15000"/>
            </a:srgbClr>
          </a:solidFill>
          <a:ln w="12700">
            <a:solidFill>
              <a:srgbClr val="1D7EB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554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TRAINING MODULE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27432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Training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7432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• Respond • Protect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TRAINING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51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legitimate organizations via email, text, or fake websites to steal sensitive information such as passwords, credit card numbers, and personal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960120"/>
            <a:ext cx="27432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1033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035040" y="1636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2286000"/>
            <a:ext cx="274320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035040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start with phishing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611880"/>
            <a:ext cx="27432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685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$4.9M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035040" y="4288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of a phishing breach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#1 threat vector in cybersecurity incidents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60020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435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12252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services, or IT. Most common form.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1097280"/>
            <a:ext cx="2743200" cy="160020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09728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4358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2252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64408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 attacks with malicious links or urgent requests.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097280"/>
            <a:ext cx="2743200" cy="160020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097280"/>
            <a:ext cx="2743200" cy="6400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24358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7688" y="12252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90488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using personal info to craft convincing messages.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28600" y="2926080"/>
            <a:ext cx="2743200" cy="160020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28600" y="2926080"/>
            <a:ext cx="2743200" cy="64008"/>
          </a:xfrm>
          <a:prstGeom prst="rect">
            <a:avLst/>
          </a:prstGeom>
          <a:solidFill>
            <a:srgbClr val="1D7EBB"/>
          </a:solidFill>
          <a:ln w="12700">
            <a:solidFill>
              <a:srgbClr val="1D7EB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07238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5528" y="30540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38328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users to fake websites even when typing the correct URL.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154680" y="2926080"/>
            <a:ext cx="2743200" cy="160020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926080"/>
            <a:ext cx="27432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307238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21608" y="30540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264408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executives (C-suite) for maximum impact.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80760" y="2926080"/>
            <a:ext cx="2743200" cy="160020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926080"/>
            <a:ext cx="2743200" cy="6400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072384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47688" y="30540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90488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email is cloned with malicious links substituted.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 EMAILS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SUSPICIOUS EMAIL EXAMPLE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security@paypa1-alert.com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24128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39776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68880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suspicious activity on your account. Your account will be SUSPENDED in 24 hours unless you verify your information immediately.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to verify: http://paypa1-secure-login.ru/verify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115568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0640" y="10149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domain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20640" y="12893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'paypa1-alert.com' not 'paypal.com' — look for typos!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1728216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1728216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83664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0640" y="1783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scare tactics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120640" y="20574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panic: '24 hours or account suspended'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617720" y="249631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17720" y="2496312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651760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20640" y="25511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120640" y="28254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companies use your name, not 'Valued Customer'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617720" y="3264408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17720" y="3264408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419856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20640" y="3319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120640" y="3593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 — '.ru' domain, odd subdomains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617720" y="4032504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617720" y="4032504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187952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20640" y="40873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Spelling/grammar errors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120640" y="43616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writing quality is a common phishing indicator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397764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LEGITIMATE WEBSITE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 with padlock icon in browser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domain: www.amazon.com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typos in URL or page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consistent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and contact info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SSL certificate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60520" cy="397764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41605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FAKE / PHISHING SITE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4813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 (no padlock) or fake padlock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domain: www.amaz0n-login.com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420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misspellings or odd characters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723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images, broken layout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6027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 info or legal pages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1330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or expired certificate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736592"/>
            <a:ext cx="8595360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365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Always type URLs directly into the browser — never click links from emails!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658368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07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8408" y="10515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37160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pose as executives, IT, government, or banks. Example: 'This is IT, we need your password to fix your account.'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960120"/>
            <a:ext cx="65836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307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0515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37160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 to bypass rational thinking. Example: 'Act NOW or your data will be deleted in 1 hour!'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86000"/>
            <a:ext cx="658368" cy="118872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334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8408" y="2377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6974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limited offers trigger impulsive action. Example: 'Only 2 spots left — claim your prize before it expires!'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286000"/>
            <a:ext cx="658368" cy="1188720"/>
          </a:xfrm>
          <a:prstGeom prst="rect">
            <a:avLst/>
          </a:prstGeom>
          <a:solidFill>
            <a:srgbClr val="1D7EBB"/>
          </a:solidFill>
          <a:ln w="12700">
            <a:solidFill>
              <a:srgbClr val="1D7E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6334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377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6974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something 'free' creates obligation to share info. Example: 'Complete this survey to claim your Amazon gift card!'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11880"/>
            <a:ext cx="658368" cy="1188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95935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8408" y="37033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40233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name, company, or colleagues to build trust. Example: 'Hi [Name], your manager John asked me to contact you...'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611880"/>
            <a:ext cx="658368" cy="1188720"/>
          </a:xfrm>
          <a:prstGeom prst="rect">
            <a:avLst/>
          </a:prstGeom>
          <a:solidFill>
            <a:srgbClr val="F15BB5"/>
          </a:solidFill>
          <a:ln w="12700">
            <a:solidFill>
              <a:srgbClr val="F15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95935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37033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233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others have done it. Example: 'Your colleagues have already verified — you are the last one pending.'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PHISHING CASES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69848"/>
            <a:ext cx="64008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051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National Committee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spear phishing email tricked staff into entering credentials on a fake Google login page, exposing thousands of sensitive emails.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2286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399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Lesson: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16276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login pages — bookmark official sites.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73152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95728"/>
            <a:ext cx="6400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95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377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Bitcoin Scam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phone-based social engineering to gain employee access, hijacking accounts of Elon Musk, Obama, and Apple to run a $120K Bitcoin scam.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2697480"/>
            <a:ext cx="2286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724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Lesson: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9535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 are targeted too — verify identity before sharing access.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11880"/>
            <a:ext cx="73152" cy="118872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21608"/>
            <a:ext cx="640080" cy="3200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216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703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06908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attack compromised a VPN password, enabling ransomware that shut down fuel supply to the US East Coast for 5 days.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4023360"/>
            <a:ext cx="2286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050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Lesson: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42793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credential can have massive real-world impact.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2471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1D7EB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978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37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Click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2167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URLs. When in doubt, go directly to the website.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12471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1978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737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0128" y="2167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all accounts. Even if credentials are stolen, MFA blocks access.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63056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27648" y="112471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1978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1737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0216" y="2167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unique passwords per site. Password managers won't autofill on fake sites.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82880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47472" y="313639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20954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0040" y="3749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20040" y="4178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'Report Phishing' button or forward to your security team immediately.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72968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313639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20954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10128" y="3749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0128" y="4178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fix vulnerabilities attackers exploit. Enable auto-updates.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63056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27648" y="313639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15BB5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209544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00216" y="3749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Call Out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300216" y="4178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sender directly using a known number to verify any unusual request.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— QUIZ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You receive an email from 'paypa1-support@secure-login.com' saying your account will be suspended. What do you do?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47548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848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57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Click the link and log in to verify your account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4160520" cy="475488"/>
          </a:xfrm>
          <a:prstGeom prst="rect">
            <a:avLst/>
          </a:prstGeom>
          <a:solidFill>
            <a:srgbClr val="1A4A2E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848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057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Go directly to paypal.com in your browser to check your account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532888"/>
            <a:ext cx="4160520" cy="47548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5176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2624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Reply to ask if it's real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17720" y="2532888"/>
            <a:ext cx="4160520" cy="47548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6517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29200" y="2624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Forward it to a friend for advice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74320" y="3246120"/>
            <a:ext cx="8595360" cy="56692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Which URL is MOST likely legitimate?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274320" y="3913632"/>
            <a:ext cx="4160520" cy="42976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0507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http://amazon-deals.secure-login.ru/account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617720" y="3913632"/>
            <a:ext cx="4160520" cy="429768"/>
          </a:xfrm>
          <a:prstGeom prst="rect">
            <a:avLst/>
          </a:prstGeom>
          <a:solidFill>
            <a:srgbClr val="1A4A2E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00507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01768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https://www.amazon.com/account/login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274320" y="4425696"/>
            <a:ext cx="4160520" cy="42976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517136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58368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https://amaz0n.com/signin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4617720" y="4425696"/>
            <a:ext cx="4160520" cy="429768"/>
          </a:xfrm>
          <a:prstGeom prst="rect">
            <a:avLst/>
          </a:prstGeom>
          <a:solidFill>
            <a:srgbClr val="132342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517136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001768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https://amazon-support.net/account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YOU'VE BEEN PHISHED — ACT IMMEDIATELY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69848"/>
            <a:ext cx="493776" cy="49377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9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 — Act Fast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calm. The sooner you act, the better. Every second counts when credentials may be compromised.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874520"/>
            <a:ext cx="493776" cy="49377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8379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1122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change the affected account password and any other accounts using the same password.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679192"/>
            <a:ext cx="493776" cy="493776"/>
          </a:xfrm>
          <a:prstGeom prst="ellipse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79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426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Check MFA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91693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multi-factor authentication is active on affected accounts to lock out attackers.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483864"/>
            <a:ext cx="493776" cy="493776"/>
          </a:xfrm>
          <a:prstGeom prst="ellipse">
            <a:avLst/>
          </a:prstGeom>
          <a:solidFill>
            <a:srgbClr val="1D7EBB"/>
          </a:solidFill>
          <a:ln w="12700">
            <a:solidFill>
              <a:srgbClr val="1D7E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83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472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IT Security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7216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 immediately. They can investigate, contain the breach, and alert others.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4288536"/>
            <a:ext cx="493776" cy="493776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288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519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Your Accounts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unauthorized activity — check bank statements, email sent folder, and account settings.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8229600" cy="8229600"/>
          </a:xfrm>
          <a:prstGeom prst="ellipse">
            <a:avLst/>
          </a:prstGeom>
          <a:solidFill>
            <a:srgbClr val="1A3560">
              <a:alpha val="25000"/>
            </a:srgbClr>
          </a:solidFill>
          <a:ln w="12700">
            <a:solidFill>
              <a:srgbClr val="1A356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Safe.</a:t>
            </a:r>
            <a:endParaRPr lang="en-US" sz="4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9184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sender email addresses and URLs before clicking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4845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36484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passwords, MFA codes, or sensitive data via email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0507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4005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on every account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361688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520" y="4361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 security team</a:t>
            </a:r>
            <a:endParaRPr lang="en-US" sz="11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718304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31520" y="4718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pick up the phone and verify directly</a:t>
            </a:r>
            <a:endParaRPr lang="en-US" sz="1150" dirty="0"/>
          </a:p>
        </p:txBody>
      </p:sp>
      <p:sp>
        <p:nvSpPr>
          <p:cNvPr id="17" name="Shape 9"/>
          <p:cNvSpPr/>
          <p:nvPr/>
        </p:nvSpPr>
        <p:spPr>
          <a:xfrm>
            <a:off x="6217920" y="3200400"/>
            <a:ext cx="2651760" cy="1691640"/>
          </a:xfrm>
          <a:prstGeom prst="rect">
            <a:avLst/>
          </a:prstGeom>
          <a:solidFill>
            <a:srgbClr val="132342"/>
          </a:solidFill>
          <a:ln w="12700">
            <a:solidFill>
              <a:srgbClr val="02B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630936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Report Phishing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30936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security@yourcompany.com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Hotline: +1-800-SEC-TEAM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#report-phishing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 — Your vigilance is the strongest defense.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2026-05-06T02:39:58Z</dcterms:created>
  <dcterms:modified xsi:type="dcterms:W3CDTF">2026-05-06T02:39:58Z</dcterms:modified>
</cp:coreProperties>
</file>